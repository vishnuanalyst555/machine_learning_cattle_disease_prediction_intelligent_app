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7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71464-85B3-7D81-EEFE-48F172BA5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A246A3-95D0-E4A9-E45E-2FC5751813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784D0-74BF-E161-4FE2-EF8AE9F7C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6E273-E180-44E6-B99A-9669434E0DBB}" type="datetimeFigureOut">
              <a:rPr lang="en-IE" smtClean="0"/>
              <a:t>28/05/2025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97451-7109-6082-3E37-9AAFC7F6C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67767-D4F6-91C8-6DBE-004B2D65F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13168-27F3-4F9A-B4A9-68AFD77BE8A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79643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5215E-06B0-DF4B-E441-C0341CAF9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664FB-27B8-96F1-42AB-F713EA5AA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D389D-CF6B-4FFE-94E6-A09D28ABD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6E273-E180-44E6-B99A-9669434E0DBB}" type="datetimeFigureOut">
              <a:rPr lang="en-IE" smtClean="0"/>
              <a:t>28/05/2025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B5DF0-3FC7-F0D5-64DF-DA23B13B8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33A76-2F82-7884-A376-FE6FDD86F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13168-27F3-4F9A-B4A9-68AFD77BE8A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26564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01544-88EF-D6D7-C699-FDED57C3C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8FDD6-41B6-A88A-196F-EFB7D732B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82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781A0-0B23-E9AE-F86F-88D4B73BE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6E273-E180-44E6-B99A-9669434E0DBB}" type="datetimeFigureOut">
              <a:rPr lang="en-IE" smtClean="0"/>
              <a:t>28/05/2025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2DE5F-A26C-869C-5B50-BCCE75EB5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63283-BFC3-DE8B-D36A-21A27C7BC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13168-27F3-4F9A-B4A9-68AFD77BE8A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88537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3193E-5DDD-C8DF-7674-B2DEE314B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83F6A-E0F3-7D98-D250-115BD0DE2B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169E9D-29C3-8B6F-9B9F-1A1371733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6AB0A-346D-EB7C-7B44-7C3C1D5F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6E273-E180-44E6-B99A-9669434E0DBB}" type="datetimeFigureOut">
              <a:rPr lang="en-IE" smtClean="0"/>
              <a:t>28/05/2025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06DB26-2999-9085-3682-07318AB23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815BB-B386-EEBC-D0CD-78071BD62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13168-27F3-4F9A-B4A9-68AFD77BE8A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4054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BA75-5CA3-B0EC-FD48-BC3127A81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1F88F-CF7A-84F7-BA8F-B54B91CF9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DCA93E-1FB8-57B3-9A8D-1CCD04B5F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3DFE74-8906-87CE-6BD2-45B3FDBF1B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D0336-2C60-CDE1-7C27-4DEF4AE8ED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52D890-94D0-FFE0-0B28-71CAAEA75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6E273-E180-44E6-B99A-9669434E0DBB}" type="datetimeFigureOut">
              <a:rPr lang="en-IE" smtClean="0"/>
              <a:t>28/05/2025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9CB31C-35EB-6A6F-B0B2-C46626FA6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3B6FA6-C425-6D01-55C1-ADC839B1E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13168-27F3-4F9A-B4A9-68AFD77BE8A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65420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49CFE-06C3-60B4-03F5-83D53BBF0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431372-96A4-5F0C-229B-85A71E98C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6E273-E180-44E6-B99A-9669434E0DBB}" type="datetimeFigureOut">
              <a:rPr lang="en-IE" smtClean="0"/>
              <a:t>28/05/2025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943237-6AD2-93AA-7B6E-5A47CB7B9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4CA592-D371-A1CF-795C-977793CFC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13168-27F3-4F9A-B4A9-68AFD77BE8A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36423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F24DDA-CA63-BF96-2571-4EA1596D9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6E273-E180-44E6-B99A-9669434E0DBB}" type="datetimeFigureOut">
              <a:rPr lang="en-IE" smtClean="0"/>
              <a:t>28/05/2025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DC71C8-9B72-F231-3CD2-7740AAEF8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3C4E3-DC78-DA3B-12F9-962349597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13168-27F3-4F9A-B4A9-68AFD77BE8A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20094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D24EB-6E0B-F759-F64B-C80F958CB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880AB-7322-FB40-1674-D46826EE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589E5-F2AA-D26D-5F33-EA883FB85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48178-E7FD-1486-4D56-D737DD661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6E273-E180-44E6-B99A-9669434E0DBB}" type="datetimeFigureOut">
              <a:rPr lang="en-IE" smtClean="0"/>
              <a:t>28/05/2025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91DDE-E430-C434-2E20-752E8ECBF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8567F-AD2C-F13E-6267-6C06779A3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13168-27F3-4F9A-B4A9-68AFD77BE8A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62864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C1460-ED8C-31E7-1C14-2930CEF9D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6C584A-78ED-464E-5DBE-D3BB3841D6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EC386-9DCB-00AB-CB6A-D28B0BF15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90133-9600-6643-78D9-48777435F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6E273-E180-44E6-B99A-9669434E0DBB}" type="datetimeFigureOut">
              <a:rPr lang="en-IE" smtClean="0"/>
              <a:t>28/05/2025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8C5D5-C089-6D04-FF03-825B80EAD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A9D0AC-4A9D-A977-8DD2-62FDEED65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13168-27F3-4F9A-B4A9-68AFD77BE8A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74992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00D5D-5653-9A76-342E-827212A09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2A7543-33A5-3863-6445-4A00E485E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3C8FC-429E-5417-84ED-01059DBA2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6E273-E180-44E6-B99A-9669434E0DBB}" type="datetimeFigureOut">
              <a:rPr lang="en-IE" smtClean="0"/>
              <a:t>28/05/2025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7FCF3-62C3-F953-CB4D-61D28B708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11E0C-E8E7-8918-570A-349FF50F8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13168-27F3-4F9A-B4A9-68AFD77BE8A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55224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968D4D-B6A5-D9FF-A974-BA209BF011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8028D-94E2-4786-571C-BFADD3243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2999A-A135-FB5E-865C-E37FF0606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6E273-E180-44E6-B99A-9669434E0DBB}" type="datetimeFigureOut">
              <a:rPr lang="en-IE" smtClean="0"/>
              <a:t>28/05/2025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8B817-5D7B-8663-1EA5-74EF2FD70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BD36D-6739-AC03-D995-48B39D274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13168-27F3-4F9A-B4A9-68AFD77BE8A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34674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177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045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747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44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1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1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0452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4020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153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206" indent="0">
              <a:buNone/>
              <a:defRPr sz="1200"/>
            </a:lvl2pPr>
            <a:lvl3pPr marL="914411" indent="0">
              <a:buNone/>
              <a:defRPr sz="1001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9836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1"/>
            </a:lvl1pPr>
            <a:lvl2pPr marL="457206" indent="0">
              <a:buNone/>
              <a:defRPr sz="1200"/>
            </a:lvl2pPr>
            <a:lvl3pPr marL="914411" indent="0">
              <a:buNone/>
              <a:defRPr sz="1001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7435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8045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351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280749-DD85-0FA9-3AF4-FA3F253E3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B6B9E-9CF5-488B-B391-8630D4A0F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4841F-30B0-1825-A2DB-B52C1FAF4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C6E273-E180-44E6-B99A-9669434E0DBB}" type="datetimeFigureOut">
              <a:rPr lang="en-IE" smtClean="0"/>
              <a:t>28/05/2025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F8246-B54E-24BF-BC2F-8429859358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5D77D-B7FF-4ED0-7ED6-7CDA1068A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13168-27F3-4F9A-B4A9-68AFD77BE8A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13706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85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6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4" indent="-342904" algn="l" defTabSz="457206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9" indent="-285753" algn="l" defTabSz="457206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45720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457206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457206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45720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45720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45720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45720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45720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45720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45720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45720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45720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45720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45720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45720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6819B5-8C22-190A-F21B-7F33596D26FE}"/>
              </a:ext>
            </a:extLst>
          </p:cNvPr>
          <p:cNvSpPr txBox="1"/>
          <p:nvPr/>
        </p:nvSpPr>
        <p:spPr>
          <a:xfrm>
            <a:off x="2052320" y="992555"/>
            <a:ext cx="8483600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Investigations</a:t>
            </a:r>
            <a:r>
              <a:rPr lang="en-US" sz="2400" b="1" spc="-1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on</a:t>
            </a:r>
            <a:r>
              <a:rPr lang="en-US" sz="2400" b="1" spc="2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Multi-Disease</a:t>
            </a:r>
            <a:r>
              <a:rPr lang="en-US" sz="2400" b="1" spc="-1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Prediction</a:t>
            </a:r>
            <a:r>
              <a:rPr lang="en-US" sz="2400" b="1" spc="-2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Framework</a:t>
            </a:r>
            <a:r>
              <a:rPr lang="en-US" sz="2400" b="1" spc="-1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for</a:t>
            </a:r>
            <a:r>
              <a:rPr lang="en-US" sz="2400" b="1" spc="-25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Dairy</a:t>
            </a:r>
            <a:r>
              <a:rPr lang="en-US" sz="2400" b="1" spc="-3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Cows Using Time-Series Behavioral Analytics</a:t>
            </a:r>
            <a:endParaRPr lang="en-I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D5C7DC-74DF-69E7-57C0-76D35DBC142B}"/>
              </a:ext>
            </a:extLst>
          </p:cNvPr>
          <p:cNvSpPr txBox="1"/>
          <p:nvPr/>
        </p:nvSpPr>
        <p:spPr>
          <a:xfrm>
            <a:off x="9966960" y="3798667"/>
            <a:ext cx="16592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Guided by </a:t>
            </a:r>
          </a:p>
          <a:p>
            <a:r>
              <a:rPr lang="en-IN" b="1" dirty="0"/>
              <a:t>Dr. Zohaib Ijaz</a:t>
            </a:r>
            <a:endParaRPr lang="en-IE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26E76-BA68-3616-1BB1-ED8C9ACAD7CC}"/>
              </a:ext>
            </a:extLst>
          </p:cNvPr>
          <p:cNvSpPr txBox="1"/>
          <p:nvPr/>
        </p:nvSpPr>
        <p:spPr>
          <a:xfrm>
            <a:off x="152400" y="3798668"/>
            <a:ext cx="51897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Presented by </a:t>
            </a:r>
          </a:p>
          <a:p>
            <a:r>
              <a:rPr lang="en-IN" b="1" dirty="0"/>
              <a:t>Vishnu </a:t>
            </a:r>
            <a:r>
              <a:rPr lang="en-IN" b="1" dirty="0" err="1"/>
              <a:t>Bhuvanachandran</a:t>
            </a:r>
            <a:r>
              <a:rPr lang="en-IN" b="1" dirty="0"/>
              <a:t> Nair Rajeswari Amma </a:t>
            </a:r>
            <a:endParaRPr lang="en-IE" b="1" dirty="0"/>
          </a:p>
        </p:txBody>
      </p:sp>
    </p:spTree>
    <p:extLst>
      <p:ext uri="{BB962C8B-B14F-4D97-AF65-F5344CB8AC3E}">
        <p14:creationId xmlns:p14="http://schemas.microsoft.com/office/powerpoint/2010/main" val="1401032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ED3F5E-FABA-43D9-7D6E-1D66AB19CA51}"/>
              </a:ext>
            </a:extLst>
          </p:cNvPr>
          <p:cNvSpPr txBox="1"/>
          <p:nvPr/>
        </p:nvSpPr>
        <p:spPr>
          <a:xfrm>
            <a:off x="5212587" y="551490"/>
            <a:ext cx="1920719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defTabSz="457206"/>
            <a:r>
              <a:rPr lang="en-I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IE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7F2A9-6205-CFFC-4A8F-3FE21DCD74C4}"/>
              </a:ext>
            </a:extLst>
          </p:cNvPr>
          <p:cNvSpPr txBox="1"/>
          <p:nvPr/>
        </p:nvSpPr>
        <p:spPr>
          <a:xfrm>
            <a:off x="1880105" y="1912927"/>
            <a:ext cx="770404" cy="36946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defTabSz="457206"/>
            <a:r>
              <a:rPr lang="en-IN" sz="1801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Breed</a:t>
            </a:r>
            <a:endParaRPr lang="en-IE" sz="1801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9C5A30-B23F-0182-819D-0B740E664BD9}"/>
              </a:ext>
            </a:extLst>
          </p:cNvPr>
          <p:cNvSpPr txBox="1"/>
          <p:nvPr/>
        </p:nvSpPr>
        <p:spPr>
          <a:xfrm>
            <a:off x="2967619" y="1906168"/>
            <a:ext cx="1219245" cy="3694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defTabSz="457206"/>
            <a:r>
              <a:rPr lang="en-IN" sz="1801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Date/Time</a:t>
            </a:r>
            <a:endParaRPr lang="en-IE" sz="1801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6646DD-40AB-561D-C203-397D7F6F4C30}"/>
              </a:ext>
            </a:extLst>
          </p:cNvPr>
          <p:cNvSpPr txBox="1"/>
          <p:nvPr/>
        </p:nvSpPr>
        <p:spPr>
          <a:xfrm>
            <a:off x="4440294" y="1906339"/>
            <a:ext cx="966931" cy="3694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defTabSz="457206"/>
            <a:r>
              <a:rPr lang="en-IN" sz="1801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  <a:endParaRPr lang="en-IE" sz="1801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C58310-8A07-0BD2-5C96-911672BAA0FE}"/>
              </a:ext>
            </a:extLst>
          </p:cNvPr>
          <p:cNvSpPr txBox="1"/>
          <p:nvPr/>
        </p:nvSpPr>
        <p:spPr>
          <a:xfrm>
            <a:off x="5660657" y="1923085"/>
            <a:ext cx="915635" cy="3694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defTabSz="457206"/>
            <a:r>
              <a:rPr lang="en-IN" sz="1801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</a:t>
            </a:r>
            <a:endParaRPr lang="en-IE" sz="1801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EE7BB2-722A-BBAC-E6E7-98FFEF8A29E9}"/>
              </a:ext>
            </a:extLst>
          </p:cNvPr>
          <p:cNvSpPr txBox="1"/>
          <p:nvPr/>
        </p:nvSpPr>
        <p:spPr>
          <a:xfrm>
            <a:off x="6881018" y="1906168"/>
            <a:ext cx="1507785" cy="3694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defTabSz="457206"/>
            <a:r>
              <a:rPr lang="en-IN" sz="1801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factors</a:t>
            </a:r>
            <a:endParaRPr lang="en-IE" sz="1801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910777-D811-60C1-E48B-0DE59A82D8D2}"/>
              </a:ext>
            </a:extLst>
          </p:cNvPr>
          <p:cNvSpPr txBox="1"/>
          <p:nvPr/>
        </p:nvSpPr>
        <p:spPr>
          <a:xfrm>
            <a:off x="8693530" y="1916157"/>
            <a:ext cx="1653017" cy="3694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defTabSz="457206"/>
            <a:r>
              <a:rPr lang="en-IN" sz="1801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health</a:t>
            </a:r>
            <a:endParaRPr lang="en-IE" sz="1801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672D354-3C6D-5291-3074-538068FB99F8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6172946" y="1013155"/>
            <a:ext cx="1" cy="429567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44C410-788D-9C5A-31DA-EAF93C8FD3F1}"/>
              </a:ext>
            </a:extLst>
          </p:cNvPr>
          <p:cNvCxnSpPr/>
          <p:nvPr/>
        </p:nvCxnSpPr>
        <p:spPr>
          <a:xfrm>
            <a:off x="2265310" y="1483361"/>
            <a:ext cx="7386693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02A0AED-320D-98F4-9DBD-7299268C8A2B}"/>
              </a:ext>
            </a:extLst>
          </p:cNvPr>
          <p:cNvCxnSpPr/>
          <p:nvPr/>
        </p:nvCxnSpPr>
        <p:spPr>
          <a:xfrm>
            <a:off x="2295787" y="1442721"/>
            <a:ext cx="0" cy="429568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F9C5F56-712F-6A9D-458F-08EADFFC7A1E}"/>
              </a:ext>
            </a:extLst>
          </p:cNvPr>
          <p:cNvCxnSpPr/>
          <p:nvPr/>
        </p:nvCxnSpPr>
        <p:spPr>
          <a:xfrm>
            <a:off x="3819787" y="1483361"/>
            <a:ext cx="0" cy="429568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1F85D7C-3238-C11D-CF3A-B43567F6207E}"/>
              </a:ext>
            </a:extLst>
          </p:cNvPr>
          <p:cNvCxnSpPr/>
          <p:nvPr/>
        </p:nvCxnSpPr>
        <p:spPr>
          <a:xfrm>
            <a:off x="4923756" y="1483361"/>
            <a:ext cx="0" cy="429568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DA20AEB-066D-4D52-7C9B-89FE1744E4FE}"/>
              </a:ext>
            </a:extLst>
          </p:cNvPr>
          <p:cNvCxnSpPr/>
          <p:nvPr/>
        </p:nvCxnSpPr>
        <p:spPr>
          <a:xfrm>
            <a:off x="6145108" y="1483361"/>
            <a:ext cx="0" cy="429568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665FDC9-A30D-DD48-CD00-FDB43F243BDC}"/>
              </a:ext>
            </a:extLst>
          </p:cNvPr>
          <p:cNvCxnSpPr/>
          <p:nvPr/>
        </p:nvCxnSpPr>
        <p:spPr>
          <a:xfrm>
            <a:off x="7526868" y="1483361"/>
            <a:ext cx="0" cy="429568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4BE5B97-5BFF-8268-C0CC-C7C7E3BF84B2}"/>
              </a:ext>
            </a:extLst>
          </p:cNvPr>
          <p:cNvCxnSpPr/>
          <p:nvPr/>
        </p:nvCxnSpPr>
        <p:spPr>
          <a:xfrm>
            <a:off x="9652000" y="1483361"/>
            <a:ext cx="0" cy="429568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6E3A48A-1E93-573F-88E7-C346EF156E0A}"/>
              </a:ext>
            </a:extLst>
          </p:cNvPr>
          <p:cNvSpPr txBox="1"/>
          <p:nvPr/>
        </p:nvSpPr>
        <p:spPr>
          <a:xfrm>
            <a:off x="3191137" y="2513642"/>
            <a:ext cx="646331" cy="3694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defTabSz="457206"/>
            <a:r>
              <a:rPr lang="en-IN" sz="1801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endParaRPr lang="en-IE" sz="1801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2B4712-1164-FCA7-D601-A610EB871876}"/>
              </a:ext>
            </a:extLst>
          </p:cNvPr>
          <p:cNvSpPr txBox="1"/>
          <p:nvPr/>
        </p:nvSpPr>
        <p:spPr>
          <a:xfrm>
            <a:off x="3191136" y="3169448"/>
            <a:ext cx="693460" cy="3694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defTabSz="457206"/>
            <a:r>
              <a:rPr lang="en-IN" sz="1801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endParaRPr lang="en-IE" sz="1801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438849-F0F1-3D31-6A62-88C734257077}"/>
              </a:ext>
            </a:extLst>
          </p:cNvPr>
          <p:cNvSpPr txBox="1"/>
          <p:nvPr/>
        </p:nvSpPr>
        <p:spPr>
          <a:xfrm>
            <a:off x="1636865" y="3975028"/>
            <a:ext cx="1877437" cy="36946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defTabSz="457206"/>
            <a:r>
              <a:rPr lang="en-IN" sz="1801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Anonymized </a:t>
            </a:r>
            <a:r>
              <a:rPr lang="en-IN" sz="1801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no.s</a:t>
            </a:r>
            <a:endParaRPr lang="en-IE" sz="1801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A6F2AEA-00E9-CF41-C854-1429DB9BF630}"/>
              </a:ext>
            </a:extLst>
          </p:cNvPr>
          <p:cNvCxnSpPr>
            <a:cxnSpLocks/>
          </p:cNvCxnSpPr>
          <p:nvPr/>
        </p:nvCxnSpPr>
        <p:spPr>
          <a:xfrm>
            <a:off x="2265308" y="2298859"/>
            <a:ext cx="30480" cy="1676171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DCF10C9-A9F8-F219-29AD-3FB083F83A08}"/>
              </a:ext>
            </a:extLst>
          </p:cNvPr>
          <p:cNvCxnSpPr>
            <a:cxnSpLocks/>
          </p:cNvCxnSpPr>
          <p:nvPr/>
        </p:nvCxnSpPr>
        <p:spPr>
          <a:xfrm flipH="1">
            <a:off x="2967619" y="2275672"/>
            <a:ext cx="9787" cy="1078443"/>
          </a:xfrm>
          <a:prstGeom prst="straightConnector1">
            <a:avLst/>
          </a:prstGeom>
          <a:ln w="25400">
            <a:solidFill>
              <a:srgbClr val="0070C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9D834D4-CFA0-3105-FC7B-6622FB7134DC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967619" y="2680457"/>
            <a:ext cx="223518" cy="17915"/>
          </a:xfrm>
          <a:prstGeom prst="straightConnector1">
            <a:avLst/>
          </a:prstGeom>
          <a:ln w="25400">
            <a:solidFill>
              <a:srgbClr val="0070C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88F0FAE-7AB4-C94F-DF05-6881BC9E2554}"/>
              </a:ext>
            </a:extLst>
          </p:cNvPr>
          <p:cNvCxnSpPr>
            <a:cxnSpLocks/>
          </p:cNvCxnSpPr>
          <p:nvPr/>
        </p:nvCxnSpPr>
        <p:spPr>
          <a:xfrm>
            <a:off x="2977405" y="3310296"/>
            <a:ext cx="223518" cy="17852"/>
          </a:xfrm>
          <a:prstGeom prst="straightConnector1">
            <a:avLst/>
          </a:prstGeom>
          <a:ln w="25400">
            <a:solidFill>
              <a:srgbClr val="0070C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DD323E9-DEEA-2F63-A5FE-DAF1190F503C}"/>
              </a:ext>
            </a:extLst>
          </p:cNvPr>
          <p:cNvSpPr txBox="1"/>
          <p:nvPr/>
        </p:nvSpPr>
        <p:spPr>
          <a:xfrm>
            <a:off x="5862694" y="2544529"/>
            <a:ext cx="1051891" cy="3385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defTabSz="457206"/>
            <a:r>
              <a:rPr lang="en-IN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Lameness</a:t>
            </a:r>
            <a:endParaRPr lang="en-IE" sz="1801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14C632-89DF-97C1-F670-3FD030697965}"/>
              </a:ext>
            </a:extLst>
          </p:cNvPr>
          <p:cNvSpPr txBox="1"/>
          <p:nvPr/>
        </p:nvSpPr>
        <p:spPr>
          <a:xfrm>
            <a:off x="5862693" y="3244333"/>
            <a:ext cx="954107" cy="3694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defTabSz="457206"/>
            <a:r>
              <a:rPr lang="en-IN" sz="1801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Calving</a:t>
            </a:r>
            <a:endParaRPr lang="en-IE" sz="1801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843A84-0C9F-3584-0D89-63146BEB9C26}"/>
              </a:ext>
            </a:extLst>
          </p:cNvPr>
          <p:cNvSpPr txBox="1"/>
          <p:nvPr/>
        </p:nvSpPr>
        <p:spPr>
          <a:xfrm>
            <a:off x="5893172" y="3882523"/>
            <a:ext cx="979755" cy="3694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defTabSz="457206"/>
            <a:r>
              <a:rPr lang="en-IN" sz="1801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Mastitis</a:t>
            </a:r>
            <a:endParaRPr lang="en-IE" sz="1801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58B1C6-4B73-FB7A-77B7-92293AA743A9}"/>
              </a:ext>
            </a:extLst>
          </p:cNvPr>
          <p:cNvSpPr txBox="1"/>
          <p:nvPr/>
        </p:nvSpPr>
        <p:spPr>
          <a:xfrm>
            <a:off x="5928001" y="4535850"/>
            <a:ext cx="954107" cy="3694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defTabSz="457206"/>
            <a:r>
              <a:rPr lang="en-IN" sz="1801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Oestrus</a:t>
            </a:r>
            <a:endParaRPr lang="en-IE" sz="1801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68D604F-4C09-B6F0-78CC-81A00865F5FC}"/>
              </a:ext>
            </a:extLst>
          </p:cNvPr>
          <p:cNvCxnSpPr>
            <a:cxnSpLocks/>
          </p:cNvCxnSpPr>
          <p:nvPr/>
        </p:nvCxnSpPr>
        <p:spPr>
          <a:xfrm>
            <a:off x="5660015" y="2267493"/>
            <a:ext cx="11056" cy="2453026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9ED3BA1-46EA-370D-5563-3D6845A0E700}"/>
              </a:ext>
            </a:extLst>
          </p:cNvPr>
          <p:cNvCxnSpPr>
            <a:cxnSpLocks/>
          </p:cNvCxnSpPr>
          <p:nvPr/>
        </p:nvCxnSpPr>
        <p:spPr>
          <a:xfrm>
            <a:off x="5669654" y="2711342"/>
            <a:ext cx="223518" cy="17852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BEE50F6-BAF7-0EBB-9A33-7B97EC609324}"/>
              </a:ext>
            </a:extLst>
          </p:cNvPr>
          <p:cNvCxnSpPr>
            <a:cxnSpLocks/>
          </p:cNvCxnSpPr>
          <p:nvPr/>
        </p:nvCxnSpPr>
        <p:spPr>
          <a:xfrm>
            <a:off x="5704483" y="3471315"/>
            <a:ext cx="223518" cy="17852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4FBBE6F-F33A-DC89-EBD6-55F27B0B3D27}"/>
              </a:ext>
            </a:extLst>
          </p:cNvPr>
          <p:cNvCxnSpPr>
            <a:cxnSpLocks/>
          </p:cNvCxnSpPr>
          <p:nvPr/>
        </p:nvCxnSpPr>
        <p:spPr>
          <a:xfrm>
            <a:off x="5704483" y="4073944"/>
            <a:ext cx="223518" cy="17852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551A94D-FD7A-DAC1-ABB7-E647E9B47614}"/>
              </a:ext>
            </a:extLst>
          </p:cNvPr>
          <p:cNvCxnSpPr>
            <a:cxnSpLocks/>
          </p:cNvCxnSpPr>
          <p:nvPr/>
        </p:nvCxnSpPr>
        <p:spPr>
          <a:xfrm>
            <a:off x="5691349" y="4653644"/>
            <a:ext cx="223518" cy="17852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8D56CF2-1E26-0170-12CA-F5C71A3F1D43}"/>
              </a:ext>
            </a:extLst>
          </p:cNvPr>
          <p:cNvSpPr txBox="1"/>
          <p:nvPr/>
        </p:nvSpPr>
        <p:spPr>
          <a:xfrm>
            <a:off x="4626616" y="2412484"/>
            <a:ext cx="787395" cy="3694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defTabSz="457206"/>
            <a:r>
              <a:rPr lang="en-IN" sz="1801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Alleys</a:t>
            </a:r>
            <a:endParaRPr lang="en-IE" sz="1801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7BF56F-E23B-131C-EB13-C3C776285A43}"/>
              </a:ext>
            </a:extLst>
          </p:cNvPr>
          <p:cNvSpPr txBox="1"/>
          <p:nvPr/>
        </p:nvSpPr>
        <p:spPr>
          <a:xfrm>
            <a:off x="4626616" y="3036875"/>
            <a:ext cx="678391" cy="3694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defTabSz="457206"/>
            <a:r>
              <a:rPr lang="en-IN" sz="1801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 </a:t>
            </a:r>
            <a:endParaRPr lang="en-IE" sz="1801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CDB73E-5081-F252-ED05-CBDCB966FBF4}"/>
              </a:ext>
            </a:extLst>
          </p:cNvPr>
          <p:cNvSpPr txBox="1"/>
          <p:nvPr/>
        </p:nvSpPr>
        <p:spPr>
          <a:xfrm>
            <a:off x="4626614" y="3580591"/>
            <a:ext cx="530915" cy="3694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defTabSz="457206"/>
            <a:r>
              <a:rPr lang="en-IN" sz="1801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Eat</a:t>
            </a:r>
            <a:endParaRPr lang="en-IE" sz="1801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3431E85-FBBD-8393-3BA3-A3E7AF696597}"/>
              </a:ext>
            </a:extLst>
          </p:cNvPr>
          <p:cNvSpPr txBox="1"/>
          <p:nvPr/>
        </p:nvSpPr>
        <p:spPr>
          <a:xfrm>
            <a:off x="4636054" y="4180394"/>
            <a:ext cx="966931" cy="3694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defTabSz="457206"/>
            <a:r>
              <a:rPr lang="en-IN" sz="1801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  <a:endParaRPr lang="en-IE" sz="1801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B2E5125-79A2-69BF-2FD2-AB0ECE969AC9}"/>
              </a:ext>
            </a:extLst>
          </p:cNvPr>
          <p:cNvCxnSpPr>
            <a:cxnSpLocks/>
          </p:cNvCxnSpPr>
          <p:nvPr/>
        </p:nvCxnSpPr>
        <p:spPr>
          <a:xfrm>
            <a:off x="4430596" y="2223906"/>
            <a:ext cx="20601" cy="2141156"/>
          </a:xfrm>
          <a:prstGeom prst="straightConnector1">
            <a:avLst/>
          </a:prstGeom>
          <a:ln w="25400">
            <a:solidFill>
              <a:schemeClr val="accent3">
                <a:lumMod val="5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D434C8C-E564-6CD8-D9EE-294A5902A281}"/>
              </a:ext>
            </a:extLst>
          </p:cNvPr>
          <p:cNvCxnSpPr>
            <a:cxnSpLocks/>
          </p:cNvCxnSpPr>
          <p:nvPr/>
        </p:nvCxnSpPr>
        <p:spPr>
          <a:xfrm>
            <a:off x="4440294" y="2575384"/>
            <a:ext cx="223518" cy="17852"/>
          </a:xfrm>
          <a:prstGeom prst="straightConnector1">
            <a:avLst/>
          </a:prstGeom>
          <a:ln w="25400">
            <a:solidFill>
              <a:schemeClr val="accent3">
                <a:lumMod val="5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15CB7F0-C951-5EEB-4F50-A04EEB6862E0}"/>
              </a:ext>
            </a:extLst>
          </p:cNvPr>
          <p:cNvCxnSpPr>
            <a:cxnSpLocks/>
          </p:cNvCxnSpPr>
          <p:nvPr/>
        </p:nvCxnSpPr>
        <p:spPr>
          <a:xfrm>
            <a:off x="4440294" y="3246771"/>
            <a:ext cx="223518" cy="17852"/>
          </a:xfrm>
          <a:prstGeom prst="straightConnector1">
            <a:avLst/>
          </a:prstGeom>
          <a:ln w="25400">
            <a:solidFill>
              <a:schemeClr val="accent3">
                <a:lumMod val="5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E1F0B92-9D9B-719B-F614-1F9504C95D78}"/>
              </a:ext>
            </a:extLst>
          </p:cNvPr>
          <p:cNvCxnSpPr>
            <a:cxnSpLocks/>
          </p:cNvCxnSpPr>
          <p:nvPr/>
        </p:nvCxnSpPr>
        <p:spPr>
          <a:xfrm>
            <a:off x="4451199" y="3756332"/>
            <a:ext cx="223518" cy="17852"/>
          </a:xfrm>
          <a:prstGeom prst="straightConnector1">
            <a:avLst/>
          </a:prstGeom>
          <a:ln w="25400">
            <a:solidFill>
              <a:schemeClr val="accent3">
                <a:lumMod val="5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89A1A5B-3BE3-C69C-D681-1714267290DE}"/>
              </a:ext>
            </a:extLst>
          </p:cNvPr>
          <p:cNvCxnSpPr>
            <a:cxnSpLocks/>
          </p:cNvCxnSpPr>
          <p:nvPr/>
        </p:nvCxnSpPr>
        <p:spPr>
          <a:xfrm>
            <a:off x="4467263" y="4344360"/>
            <a:ext cx="223518" cy="17852"/>
          </a:xfrm>
          <a:prstGeom prst="straightConnector1">
            <a:avLst/>
          </a:prstGeom>
          <a:ln w="25400">
            <a:solidFill>
              <a:schemeClr val="accent3">
                <a:lumMod val="5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AA72929-CE13-4991-C164-398E220A8B9A}"/>
              </a:ext>
            </a:extLst>
          </p:cNvPr>
          <p:cNvSpPr txBox="1"/>
          <p:nvPr/>
        </p:nvSpPr>
        <p:spPr>
          <a:xfrm>
            <a:off x="7389018" y="2513750"/>
            <a:ext cx="607859" cy="3694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defTabSz="457206"/>
            <a:r>
              <a:rPr lang="en-IN" sz="1801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LPS</a:t>
            </a:r>
            <a:endParaRPr lang="en-IE" sz="1801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1AF52F-37BB-A611-52C9-CB4EE0E8813F}"/>
              </a:ext>
            </a:extLst>
          </p:cNvPr>
          <p:cNvSpPr txBox="1"/>
          <p:nvPr/>
        </p:nvSpPr>
        <p:spPr>
          <a:xfrm>
            <a:off x="7389018" y="3143482"/>
            <a:ext cx="1005403" cy="3694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defTabSz="457206"/>
            <a:r>
              <a:rPr lang="en-IN" sz="1801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Acidosis</a:t>
            </a:r>
            <a:endParaRPr lang="en-IE" sz="1801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9D25AC-DE4B-BEB2-1CA2-BBDFDE6672F4}"/>
              </a:ext>
            </a:extLst>
          </p:cNvPr>
          <p:cNvSpPr txBox="1"/>
          <p:nvPr/>
        </p:nvSpPr>
        <p:spPr>
          <a:xfrm>
            <a:off x="7389018" y="3773213"/>
            <a:ext cx="1610377" cy="3694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defTabSz="457206"/>
            <a:r>
              <a:rPr lang="en-IN" sz="1801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diseases</a:t>
            </a:r>
            <a:endParaRPr lang="en-IE" sz="1801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7F307F7-C595-A57B-7971-2998F820F43F}"/>
              </a:ext>
            </a:extLst>
          </p:cNvPr>
          <p:cNvSpPr txBox="1"/>
          <p:nvPr/>
        </p:nvSpPr>
        <p:spPr>
          <a:xfrm>
            <a:off x="7389015" y="4407201"/>
            <a:ext cx="1095172" cy="3694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defTabSz="457206"/>
            <a:r>
              <a:rPr lang="en-IN" sz="1801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accidents</a:t>
            </a:r>
            <a:endParaRPr lang="en-IE" sz="1801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7986100-85A9-1DD1-33B6-93AA2A29092F}"/>
              </a:ext>
            </a:extLst>
          </p:cNvPr>
          <p:cNvSpPr txBox="1"/>
          <p:nvPr/>
        </p:nvSpPr>
        <p:spPr>
          <a:xfrm>
            <a:off x="7389017" y="5041187"/>
            <a:ext cx="1351652" cy="3694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defTabSz="457206"/>
            <a:r>
              <a:rPr lang="en-IN" sz="1801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disturbance</a:t>
            </a:r>
            <a:endParaRPr lang="en-IE" sz="1801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CA8E2F2-4B37-D721-DAAD-DFB9044A4F1A}"/>
              </a:ext>
            </a:extLst>
          </p:cNvPr>
          <p:cNvSpPr txBox="1"/>
          <p:nvPr/>
        </p:nvSpPr>
        <p:spPr>
          <a:xfrm>
            <a:off x="7389017" y="5675172"/>
            <a:ext cx="1454244" cy="3694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defTabSz="457206"/>
            <a:r>
              <a:rPr lang="en-IN" sz="1801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endParaRPr lang="en-IE" sz="1801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5E03A69-E9DE-A530-5218-C0A633A4A80A}"/>
              </a:ext>
            </a:extLst>
          </p:cNvPr>
          <p:cNvCxnSpPr>
            <a:cxnSpLocks/>
          </p:cNvCxnSpPr>
          <p:nvPr/>
        </p:nvCxnSpPr>
        <p:spPr>
          <a:xfrm flipH="1">
            <a:off x="7074141" y="2253728"/>
            <a:ext cx="9180" cy="3606110"/>
          </a:xfrm>
          <a:prstGeom prst="straightConnector1">
            <a:avLst/>
          </a:prstGeom>
          <a:ln w="25400">
            <a:solidFill>
              <a:schemeClr val="accent5">
                <a:lumMod val="5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B3AFE79-20F5-84D9-E00E-802C24F0329A}"/>
              </a:ext>
            </a:extLst>
          </p:cNvPr>
          <p:cNvCxnSpPr>
            <a:cxnSpLocks/>
          </p:cNvCxnSpPr>
          <p:nvPr/>
        </p:nvCxnSpPr>
        <p:spPr>
          <a:xfrm>
            <a:off x="7115543" y="2658758"/>
            <a:ext cx="311417" cy="13323"/>
          </a:xfrm>
          <a:prstGeom prst="straightConnector1">
            <a:avLst/>
          </a:prstGeom>
          <a:ln w="25400">
            <a:solidFill>
              <a:schemeClr val="accent5">
                <a:lumMod val="5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CDDAF43-1887-7029-07F6-1280FA325E21}"/>
              </a:ext>
            </a:extLst>
          </p:cNvPr>
          <p:cNvCxnSpPr>
            <a:cxnSpLocks/>
          </p:cNvCxnSpPr>
          <p:nvPr/>
        </p:nvCxnSpPr>
        <p:spPr>
          <a:xfrm>
            <a:off x="7104772" y="3339007"/>
            <a:ext cx="311417" cy="13323"/>
          </a:xfrm>
          <a:prstGeom prst="straightConnector1">
            <a:avLst/>
          </a:prstGeom>
          <a:ln w="25400">
            <a:solidFill>
              <a:schemeClr val="accent5">
                <a:lumMod val="5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AC103C7-0503-F7EE-4DF8-A9AFF3B79F56}"/>
              </a:ext>
            </a:extLst>
          </p:cNvPr>
          <p:cNvCxnSpPr>
            <a:cxnSpLocks/>
          </p:cNvCxnSpPr>
          <p:nvPr/>
        </p:nvCxnSpPr>
        <p:spPr>
          <a:xfrm>
            <a:off x="7115543" y="3882525"/>
            <a:ext cx="311417" cy="13323"/>
          </a:xfrm>
          <a:prstGeom prst="straightConnector1">
            <a:avLst/>
          </a:prstGeom>
          <a:ln w="25400">
            <a:solidFill>
              <a:schemeClr val="accent5">
                <a:lumMod val="5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19AA8E9-ED90-7E5F-7B9E-C98EC48272F8}"/>
              </a:ext>
            </a:extLst>
          </p:cNvPr>
          <p:cNvCxnSpPr>
            <a:cxnSpLocks/>
          </p:cNvCxnSpPr>
          <p:nvPr/>
        </p:nvCxnSpPr>
        <p:spPr>
          <a:xfrm>
            <a:off x="7104772" y="4585206"/>
            <a:ext cx="311417" cy="13323"/>
          </a:xfrm>
          <a:prstGeom prst="straightConnector1">
            <a:avLst/>
          </a:prstGeom>
          <a:ln w="25400">
            <a:solidFill>
              <a:schemeClr val="accent5">
                <a:lumMod val="5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2FC83AC-A061-AFB1-A077-8A26A3E43D74}"/>
              </a:ext>
            </a:extLst>
          </p:cNvPr>
          <p:cNvCxnSpPr>
            <a:cxnSpLocks/>
          </p:cNvCxnSpPr>
          <p:nvPr/>
        </p:nvCxnSpPr>
        <p:spPr>
          <a:xfrm>
            <a:off x="7104772" y="5228897"/>
            <a:ext cx="311417" cy="13323"/>
          </a:xfrm>
          <a:prstGeom prst="straightConnector1">
            <a:avLst/>
          </a:prstGeom>
          <a:ln w="25400">
            <a:solidFill>
              <a:schemeClr val="accent5">
                <a:lumMod val="5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03864E7-CA05-CAE6-272D-D07D3B4F44F3}"/>
              </a:ext>
            </a:extLst>
          </p:cNvPr>
          <p:cNvCxnSpPr>
            <a:cxnSpLocks/>
          </p:cNvCxnSpPr>
          <p:nvPr/>
        </p:nvCxnSpPr>
        <p:spPr>
          <a:xfrm>
            <a:off x="7104772" y="5818081"/>
            <a:ext cx="311417" cy="13323"/>
          </a:xfrm>
          <a:prstGeom prst="straightConnector1">
            <a:avLst/>
          </a:prstGeom>
          <a:ln w="25400">
            <a:solidFill>
              <a:schemeClr val="accent5">
                <a:lumMod val="5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686E6E2-C09E-B62B-F595-667B37C70000}"/>
              </a:ext>
            </a:extLst>
          </p:cNvPr>
          <p:cNvSpPr txBox="1"/>
          <p:nvPr/>
        </p:nvSpPr>
        <p:spPr>
          <a:xfrm>
            <a:off x="1851897" y="6177823"/>
            <a:ext cx="8795506" cy="646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6"/>
            <a:r>
              <a:rPr lang="en-IN" sz="1801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IN" sz="180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https://www.inrae.fr/en/news/discriminating-pathological-reproductive-stress-conditions-cows-using-machine-learning-sensor-based-activity-data</a:t>
            </a:r>
            <a:endParaRPr lang="en-IE" sz="1801" i="1" dirty="0">
              <a:solidFill>
                <a:srgbClr val="002060"/>
              </a:solidFill>
              <a:latin typeface="Calibri"/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7D784C1-0090-3B92-E17A-FD3D2FB19E3A}"/>
              </a:ext>
            </a:extLst>
          </p:cNvPr>
          <p:cNvCxnSpPr/>
          <p:nvPr/>
        </p:nvCxnSpPr>
        <p:spPr>
          <a:xfrm>
            <a:off x="1524000" y="6177821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020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684F5A-2820-194C-3DE4-99602E628DDE}"/>
              </a:ext>
            </a:extLst>
          </p:cNvPr>
          <p:cNvSpPr txBox="1"/>
          <p:nvPr/>
        </p:nvSpPr>
        <p:spPr>
          <a:xfrm flipH="1">
            <a:off x="3784602" y="172721"/>
            <a:ext cx="4622800" cy="6465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1" dirty="0"/>
              <a:t>Multi output disease prediction in cattle from behavioural data </a:t>
            </a:r>
            <a:endParaRPr lang="en-IE" sz="180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B16D3-46C2-14BB-125B-5A84C58E3494}"/>
              </a:ext>
            </a:extLst>
          </p:cNvPr>
          <p:cNvSpPr txBox="1"/>
          <p:nvPr/>
        </p:nvSpPr>
        <p:spPr>
          <a:xfrm flipH="1">
            <a:off x="4597400" y="1158241"/>
            <a:ext cx="3286761" cy="3694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1" dirty="0"/>
              <a:t>Data Collection</a:t>
            </a:r>
            <a:endParaRPr lang="en-IE" sz="180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CA11D3-DA06-0AD4-2BDC-92850D105C01}"/>
              </a:ext>
            </a:extLst>
          </p:cNvPr>
          <p:cNvSpPr txBox="1"/>
          <p:nvPr/>
        </p:nvSpPr>
        <p:spPr>
          <a:xfrm flipH="1">
            <a:off x="5261728" y="3883715"/>
            <a:ext cx="3036743" cy="3694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1" dirty="0"/>
              <a:t>ML Algorithm</a:t>
            </a:r>
            <a:endParaRPr lang="en-IE" sz="180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D94D75-FEE6-064C-68D2-6ED09589939E}"/>
              </a:ext>
            </a:extLst>
          </p:cNvPr>
          <p:cNvSpPr txBox="1"/>
          <p:nvPr/>
        </p:nvSpPr>
        <p:spPr>
          <a:xfrm flipH="1">
            <a:off x="2588260" y="2082633"/>
            <a:ext cx="2673468" cy="3694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1" dirty="0"/>
              <a:t>Data Cleaning </a:t>
            </a:r>
            <a:endParaRPr lang="en-IE" sz="180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65310B-C7F8-74BD-5BF7-ACD6643C7FE4}"/>
              </a:ext>
            </a:extLst>
          </p:cNvPr>
          <p:cNvSpPr txBox="1"/>
          <p:nvPr/>
        </p:nvSpPr>
        <p:spPr>
          <a:xfrm flipH="1">
            <a:off x="5593540" y="2065646"/>
            <a:ext cx="2673468" cy="3694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1" dirty="0"/>
              <a:t>Missing value handling</a:t>
            </a:r>
            <a:endParaRPr lang="en-IE" sz="180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4DD83F-F7EA-0F8F-5760-6D7C4BEDBC99}"/>
              </a:ext>
            </a:extLst>
          </p:cNvPr>
          <p:cNvSpPr txBox="1"/>
          <p:nvPr/>
        </p:nvSpPr>
        <p:spPr>
          <a:xfrm flipH="1">
            <a:off x="8559799" y="2082633"/>
            <a:ext cx="2673468" cy="3694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1" dirty="0"/>
              <a:t>Feature Engineering </a:t>
            </a:r>
            <a:endParaRPr lang="en-IE" sz="180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105780-0203-25D8-0531-CD3E442909A5}"/>
              </a:ext>
            </a:extLst>
          </p:cNvPr>
          <p:cNvSpPr txBox="1"/>
          <p:nvPr/>
        </p:nvSpPr>
        <p:spPr>
          <a:xfrm flipH="1">
            <a:off x="3409662" y="4670733"/>
            <a:ext cx="3036743" cy="3694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1" dirty="0"/>
              <a:t>Prediction of presence</a:t>
            </a:r>
            <a:endParaRPr lang="en-IE" sz="180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B94255-49CD-A218-E6CF-8505BA31883F}"/>
              </a:ext>
            </a:extLst>
          </p:cNvPr>
          <p:cNvSpPr txBox="1"/>
          <p:nvPr/>
        </p:nvSpPr>
        <p:spPr>
          <a:xfrm flipH="1">
            <a:off x="7069803" y="4664482"/>
            <a:ext cx="3036743" cy="3694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1" dirty="0"/>
              <a:t>Prediction of Probability</a:t>
            </a:r>
            <a:endParaRPr lang="en-IE" sz="180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AC65A1-E7A8-43C1-638E-E1BB7750A5C3}"/>
              </a:ext>
            </a:extLst>
          </p:cNvPr>
          <p:cNvSpPr txBox="1"/>
          <p:nvPr/>
        </p:nvSpPr>
        <p:spPr>
          <a:xfrm flipH="1">
            <a:off x="2076164" y="5623817"/>
            <a:ext cx="2051931" cy="3694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1" dirty="0"/>
              <a:t>Random Forest</a:t>
            </a:r>
            <a:endParaRPr lang="en-IE" sz="180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F35B43-68BB-6C6B-1867-F10D26E1B489}"/>
              </a:ext>
            </a:extLst>
          </p:cNvPr>
          <p:cNvSpPr txBox="1"/>
          <p:nvPr/>
        </p:nvSpPr>
        <p:spPr>
          <a:xfrm flipH="1">
            <a:off x="4316443" y="5619075"/>
            <a:ext cx="2051931" cy="3694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1" dirty="0"/>
              <a:t>XG Boost</a:t>
            </a:r>
            <a:endParaRPr lang="en-IE" sz="180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6B45AE-4BF9-46CF-5972-476C910450A1}"/>
              </a:ext>
            </a:extLst>
          </p:cNvPr>
          <p:cNvSpPr txBox="1"/>
          <p:nvPr/>
        </p:nvSpPr>
        <p:spPr>
          <a:xfrm flipH="1">
            <a:off x="6739604" y="5619075"/>
            <a:ext cx="2273300" cy="3694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1" dirty="0"/>
              <a:t>Neural Networks-GD</a:t>
            </a:r>
            <a:endParaRPr lang="en-IE" sz="180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DC67B7-2702-BEDA-6321-A75B9B0A33EB}"/>
              </a:ext>
            </a:extLst>
          </p:cNvPr>
          <p:cNvSpPr txBox="1"/>
          <p:nvPr/>
        </p:nvSpPr>
        <p:spPr>
          <a:xfrm flipH="1">
            <a:off x="9360884" y="5612824"/>
            <a:ext cx="2273300" cy="3694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1" dirty="0"/>
              <a:t>Naïve bayes/logistic</a:t>
            </a:r>
            <a:endParaRPr lang="en-IE" sz="180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8148C6-E5ED-C0F9-8423-A123C938D0EF}"/>
              </a:ext>
            </a:extLst>
          </p:cNvPr>
          <p:cNvSpPr txBox="1"/>
          <p:nvPr/>
        </p:nvSpPr>
        <p:spPr>
          <a:xfrm flipH="1">
            <a:off x="5342409" y="6382751"/>
            <a:ext cx="2273300" cy="3694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1" dirty="0"/>
              <a:t>Evaluation</a:t>
            </a:r>
            <a:endParaRPr lang="en-IE" sz="1801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9A031CD-7668-667D-816B-0B8A06DEB56A}"/>
              </a:ext>
            </a:extLst>
          </p:cNvPr>
          <p:cNvCxnSpPr>
            <a:stCxn id="4" idx="2"/>
          </p:cNvCxnSpPr>
          <p:nvPr/>
        </p:nvCxnSpPr>
        <p:spPr>
          <a:xfrm flipH="1">
            <a:off x="6096000" y="819308"/>
            <a:ext cx="2" cy="33893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09DD0D5-AF09-9DFB-DD84-4396A9EB15E3}"/>
              </a:ext>
            </a:extLst>
          </p:cNvPr>
          <p:cNvCxnSpPr/>
          <p:nvPr/>
        </p:nvCxnSpPr>
        <p:spPr>
          <a:xfrm>
            <a:off x="3688080" y="1788160"/>
            <a:ext cx="58318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5406B93-39A6-33B2-E5D7-39B76DDD389F}"/>
              </a:ext>
            </a:extLst>
          </p:cNvPr>
          <p:cNvCxnSpPr>
            <a:cxnSpLocks/>
          </p:cNvCxnSpPr>
          <p:nvPr/>
        </p:nvCxnSpPr>
        <p:spPr>
          <a:xfrm flipH="1">
            <a:off x="6116318" y="1529605"/>
            <a:ext cx="2" cy="268021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81D2BEA-FBBC-EE2E-01B5-40C3DC6352D3}"/>
              </a:ext>
            </a:extLst>
          </p:cNvPr>
          <p:cNvCxnSpPr>
            <a:cxnSpLocks/>
          </p:cNvCxnSpPr>
          <p:nvPr/>
        </p:nvCxnSpPr>
        <p:spPr>
          <a:xfrm flipH="1">
            <a:off x="3688078" y="1784840"/>
            <a:ext cx="2" cy="33866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78EDE94-238D-457B-AF1F-2793FE68B5C9}"/>
              </a:ext>
            </a:extLst>
          </p:cNvPr>
          <p:cNvCxnSpPr>
            <a:cxnSpLocks/>
          </p:cNvCxnSpPr>
          <p:nvPr/>
        </p:nvCxnSpPr>
        <p:spPr>
          <a:xfrm flipH="1">
            <a:off x="6708141" y="1752585"/>
            <a:ext cx="2" cy="33866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CEE3E5F-C191-1D43-E3C7-68E5F7323105}"/>
              </a:ext>
            </a:extLst>
          </p:cNvPr>
          <p:cNvCxnSpPr>
            <a:cxnSpLocks/>
          </p:cNvCxnSpPr>
          <p:nvPr/>
        </p:nvCxnSpPr>
        <p:spPr>
          <a:xfrm flipH="1">
            <a:off x="9502139" y="1789142"/>
            <a:ext cx="2" cy="33866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E68C537-6E36-0305-7584-2E59CB19AAE7}"/>
              </a:ext>
            </a:extLst>
          </p:cNvPr>
          <p:cNvCxnSpPr/>
          <p:nvPr/>
        </p:nvCxnSpPr>
        <p:spPr>
          <a:xfrm>
            <a:off x="3531676" y="2611120"/>
            <a:ext cx="58318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EFA6F25-21AF-5078-F26F-E3F7FD800F8B}"/>
              </a:ext>
            </a:extLst>
          </p:cNvPr>
          <p:cNvCxnSpPr>
            <a:cxnSpLocks/>
          </p:cNvCxnSpPr>
          <p:nvPr/>
        </p:nvCxnSpPr>
        <p:spPr>
          <a:xfrm>
            <a:off x="9366057" y="2439264"/>
            <a:ext cx="0" cy="169331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5E96143-1A9B-45D3-99A7-9766FAED5AE1}"/>
              </a:ext>
            </a:extLst>
          </p:cNvPr>
          <p:cNvCxnSpPr>
            <a:cxnSpLocks/>
          </p:cNvCxnSpPr>
          <p:nvPr/>
        </p:nvCxnSpPr>
        <p:spPr>
          <a:xfrm>
            <a:off x="6708141" y="2435106"/>
            <a:ext cx="0" cy="169331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D1C2BD0-62C9-59D1-0330-2270A89B33CC}"/>
              </a:ext>
            </a:extLst>
          </p:cNvPr>
          <p:cNvCxnSpPr>
            <a:cxnSpLocks/>
          </p:cNvCxnSpPr>
          <p:nvPr/>
        </p:nvCxnSpPr>
        <p:spPr>
          <a:xfrm>
            <a:off x="3531676" y="2441789"/>
            <a:ext cx="0" cy="169331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2DBD686-8737-D8C1-8A92-D07E686E4EE7}"/>
              </a:ext>
            </a:extLst>
          </p:cNvPr>
          <p:cNvCxnSpPr>
            <a:cxnSpLocks/>
          </p:cNvCxnSpPr>
          <p:nvPr/>
        </p:nvCxnSpPr>
        <p:spPr>
          <a:xfrm>
            <a:off x="6708141" y="2611120"/>
            <a:ext cx="0" cy="250278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AD27BEC-C453-644B-A091-95DA6F19B3C2}"/>
              </a:ext>
            </a:extLst>
          </p:cNvPr>
          <p:cNvCxnSpPr/>
          <p:nvPr/>
        </p:nvCxnSpPr>
        <p:spPr>
          <a:xfrm>
            <a:off x="4453695" y="2861398"/>
            <a:ext cx="490982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59D10EB-EC3E-6BAB-1176-6CDC8D90783A}"/>
              </a:ext>
            </a:extLst>
          </p:cNvPr>
          <p:cNvSpPr txBox="1"/>
          <p:nvPr/>
        </p:nvSpPr>
        <p:spPr>
          <a:xfrm flipH="1">
            <a:off x="2581235" y="3167349"/>
            <a:ext cx="2673468" cy="3694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1" dirty="0"/>
              <a:t>Conventional Data</a:t>
            </a:r>
            <a:endParaRPr lang="en-IE" sz="180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DC7D51-FB14-ACBC-E1A2-5EECDBAEF4E7}"/>
              </a:ext>
            </a:extLst>
          </p:cNvPr>
          <p:cNvSpPr txBox="1"/>
          <p:nvPr/>
        </p:nvSpPr>
        <p:spPr>
          <a:xfrm flipH="1">
            <a:off x="8024150" y="3176314"/>
            <a:ext cx="3209117" cy="3694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1" dirty="0"/>
              <a:t>Synthetic data incorporated</a:t>
            </a:r>
            <a:endParaRPr lang="en-IE" sz="1801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7A93D57-E9E0-5761-7CA8-7E4F6AB2B5D7}"/>
              </a:ext>
            </a:extLst>
          </p:cNvPr>
          <p:cNvCxnSpPr>
            <a:cxnSpLocks/>
          </p:cNvCxnSpPr>
          <p:nvPr/>
        </p:nvCxnSpPr>
        <p:spPr>
          <a:xfrm>
            <a:off x="4453695" y="2861398"/>
            <a:ext cx="0" cy="314916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AD0175F-500B-1CFC-7DC2-ADF931009C00}"/>
              </a:ext>
            </a:extLst>
          </p:cNvPr>
          <p:cNvCxnSpPr>
            <a:cxnSpLocks/>
          </p:cNvCxnSpPr>
          <p:nvPr/>
        </p:nvCxnSpPr>
        <p:spPr>
          <a:xfrm>
            <a:off x="9360884" y="2852433"/>
            <a:ext cx="0" cy="31491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B7B2902-1D3A-2458-84E6-7FD61AB98D51}"/>
              </a:ext>
            </a:extLst>
          </p:cNvPr>
          <p:cNvCxnSpPr>
            <a:cxnSpLocks/>
            <a:stCxn id="44" idx="1"/>
            <a:endCxn id="45" idx="3"/>
          </p:cNvCxnSpPr>
          <p:nvPr/>
        </p:nvCxnSpPr>
        <p:spPr>
          <a:xfrm>
            <a:off x="5254703" y="3352079"/>
            <a:ext cx="2769447" cy="89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3B943D8-7CF5-4A90-B42E-FFDCD412546B}"/>
              </a:ext>
            </a:extLst>
          </p:cNvPr>
          <p:cNvCxnSpPr>
            <a:cxnSpLocks/>
          </p:cNvCxnSpPr>
          <p:nvPr/>
        </p:nvCxnSpPr>
        <p:spPr>
          <a:xfrm flipH="1">
            <a:off x="6685280" y="3361044"/>
            <a:ext cx="5082" cy="520076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4772385-19D6-3E37-23FD-55CD1B05F25D}"/>
              </a:ext>
            </a:extLst>
          </p:cNvPr>
          <p:cNvCxnSpPr>
            <a:cxnSpLocks/>
          </p:cNvCxnSpPr>
          <p:nvPr/>
        </p:nvCxnSpPr>
        <p:spPr>
          <a:xfrm>
            <a:off x="5395375" y="4458409"/>
            <a:ext cx="2769447" cy="89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D6571D9-D3CF-6900-F7E0-73281EF4988F}"/>
              </a:ext>
            </a:extLst>
          </p:cNvPr>
          <p:cNvCxnSpPr>
            <a:cxnSpLocks/>
          </p:cNvCxnSpPr>
          <p:nvPr/>
        </p:nvCxnSpPr>
        <p:spPr>
          <a:xfrm flipH="1">
            <a:off x="6719282" y="4253175"/>
            <a:ext cx="2" cy="268021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5D96863-817E-A324-D338-8191A03208B2}"/>
              </a:ext>
            </a:extLst>
          </p:cNvPr>
          <p:cNvCxnSpPr>
            <a:cxnSpLocks/>
          </p:cNvCxnSpPr>
          <p:nvPr/>
        </p:nvCxnSpPr>
        <p:spPr>
          <a:xfrm flipH="1">
            <a:off x="5395373" y="4456534"/>
            <a:ext cx="2" cy="268021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16286E0-5AA1-6149-4BD5-A993FAD3FE7D}"/>
              </a:ext>
            </a:extLst>
          </p:cNvPr>
          <p:cNvCxnSpPr>
            <a:cxnSpLocks/>
          </p:cNvCxnSpPr>
          <p:nvPr/>
        </p:nvCxnSpPr>
        <p:spPr>
          <a:xfrm flipH="1">
            <a:off x="8120833" y="4469249"/>
            <a:ext cx="2" cy="268021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F4DF236-3C5D-3072-D2CA-54D2F5EA9117}"/>
              </a:ext>
            </a:extLst>
          </p:cNvPr>
          <p:cNvCxnSpPr>
            <a:cxnSpLocks/>
          </p:cNvCxnSpPr>
          <p:nvPr/>
        </p:nvCxnSpPr>
        <p:spPr>
          <a:xfrm flipV="1">
            <a:off x="3531676" y="5371883"/>
            <a:ext cx="6841684" cy="152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B6CD74E-FA08-2511-7B12-A208BCF937D7}"/>
              </a:ext>
            </a:extLst>
          </p:cNvPr>
          <p:cNvCxnSpPr>
            <a:cxnSpLocks/>
          </p:cNvCxnSpPr>
          <p:nvPr/>
        </p:nvCxnSpPr>
        <p:spPr>
          <a:xfrm>
            <a:off x="3531676" y="5387099"/>
            <a:ext cx="0" cy="314916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5C6E469-62E5-8A4E-1BCA-0055EA9429CA}"/>
              </a:ext>
            </a:extLst>
          </p:cNvPr>
          <p:cNvCxnSpPr>
            <a:cxnSpLocks/>
          </p:cNvCxnSpPr>
          <p:nvPr/>
        </p:nvCxnSpPr>
        <p:spPr>
          <a:xfrm>
            <a:off x="5342408" y="5394456"/>
            <a:ext cx="0" cy="314916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9593925-29F3-E3B8-A849-1B1B6085FE5F}"/>
              </a:ext>
            </a:extLst>
          </p:cNvPr>
          <p:cNvCxnSpPr>
            <a:cxnSpLocks/>
          </p:cNvCxnSpPr>
          <p:nvPr/>
        </p:nvCxnSpPr>
        <p:spPr>
          <a:xfrm>
            <a:off x="7876254" y="5308901"/>
            <a:ext cx="0" cy="314916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1BAA0DB-BBA5-2505-90FE-E4AC532ABCC8}"/>
              </a:ext>
            </a:extLst>
          </p:cNvPr>
          <p:cNvCxnSpPr>
            <a:cxnSpLocks/>
          </p:cNvCxnSpPr>
          <p:nvPr/>
        </p:nvCxnSpPr>
        <p:spPr>
          <a:xfrm>
            <a:off x="10373360" y="5356898"/>
            <a:ext cx="0" cy="314916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82201B0-C72F-F862-AD85-1916834BB7EA}"/>
              </a:ext>
            </a:extLst>
          </p:cNvPr>
          <p:cNvCxnSpPr>
            <a:cxnSpLocks/>
            <a:stCxn id="10" idx="1"/>
            <a:endCxn id="11" idx="3"/>
          </p:cNvCxnSpPr>
          <p:nvPr/>
        </p:nvCxnSpPr>
        <p:spPr>
          <a:xfrm flipV="1">
            <a:off x="6446405" y="4849212"/>
            <a:ext cx="623398" cy="6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36B958C-A2F0-2B33-A5E8-792EEAC9957A}"/>
              </a:ext>
            </a:extLst>
          </p:cNvPr>
          <p:cNvCxnSpPr>
            <a:cxnSpLocks/>
          </p:cNvCxnSpPr>
          <p:nvPr/>
        </p:nvCxnSpPr>
        <p:spPr>
          <a:xfrm>
            <a:off x="6722806" y="4859734"/>
            <a:ext cx="0" cy="504792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BC352DE-3542-3FB4-9C17-FD279BD042B9}"/>
              </a:ext>
            </a:extLst>
          </p:cNvPr>
          <p:cNvCxnSpPr>
            <a:cxnSpLocks/>
          </p:cNvCxnSpPr>
          <p:nvPr/>
        </p:nvCxnSpPr>
        <p:spPr>
          <a:xfrm flipV="1">
            <a:off x="3531676" y="6103588"/>
            <a:ext cx="6841684" cy="152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BEE74A6-9469-B785-D8C9-4E9B6B7A3F5C}"/>
              </a:ext>
            </a:extLst>
          </p:cNvPr>
          <p:cNvCxnSpPr>
            <a:cxnSpLocks/>
          </p:cNvCxnSpPr>
          <p:nvPr/>
        </p:nvCxnSpPr>
        <p:spPr>
          <a:xfrm>
            <a:off x="3513897" y="5970433"/>
            <a:ext cx="0" cy="169331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7A57009-07D7-81D7-4C40-8A0C2EC4D602}"/>
              </a:ext>
            </a:extLst>
          </p:cNvPr>
          <p:cNvCxnSpPr>
            <a:cxnSpLocks/>
          </p:cNvCxnSpPr>
          <p:nvPr/>
        </p:nvCxnSpPr>
        <p:spPr>
          <a:xfrm>
            <a:off x="5342408" y="5982284"/>
            <a:ext cx="0" cy="169331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33C2690-578F-39FE-019A-DB004F8E3201}"/>
              </a:ext>
            </a:extLst>
          </p:cNvPr>
          <p:cNvCxnSpPr>
            <a:cxnSpLocks/>
          </p:cNvCxnSpPr>
          <p:nvPr/>
        </p:nvCxnSpPr>
        <p:spPr>
          <a:xfrm>
            <a:off x="7897649" y="5982284"/>
            <a:ext cx="0" cy="169331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9CC6446-9903-E43D-C0E5-03D85663F67D}"/>
              </a:ext>
            </a:extLst>
          </p:cNvPr>
          <p:cNvCxnSpPr>
            <a:cxnSpLocks/>
          </p:cNvCxnSpPr>
          <p:nvPr/>
        </p:nvCxnSpPr>
        <p:spPr>
          <a:xfrm>
            <a:off x="10373360" y="5970433"/>
            <a:ext cx="0" cy="169331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D2C5CA5-827A-72D5-22B5-B62C7630EFF6}"/>
              </a:ext>
            </a:extLst>
          </p:cNvPr>
          <p:cNvCxnSpPr>
            <a:cxnSpLocks/>
          </p:cNvCxnSpPr>
          <p:nvPr/>
        </p:nvCxnSpPr>
        <p:spPr>
          <a:xfrm flipH="1">
            <a:off x="6580263" y="6103588"/>
            <a:ext cx="2" cy="268021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BBE8F08E-AAE4-B2B3-BF08-D589D42F94F7}"/>
              </a:ext>
            </a:extLst>
          </p:cNvPr>
          <p:cNvSpPr/>
          <p:nvPr/>
        </p:nvSpPr>
        <p:spPr>
          <a:xfrm>
            <a:off x="8995123" y="6308401"/>
            <a:ext cx="507016" cy="5181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  <a:endParaRPr lang="en-IE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E0ECBAE-5052-B92B-8E7F-15C93BAEF327}"/>
              </a:ext>
            </a:extLst>
          </p:cNvPr>
          <p:cNvCxnSpPr>
            <a:stCxn id="16" idx="1"/>
            <a:endCxn id="77" idx="2"/>
          </p:cNvCxnSpPr>
          <p:nvPr/>
        </p:nvCxnSpPr>
        <p:spPr>
          <a:xfrm>
            <a:off x="7615709" y="6567481"/>
            <a:ext cx="13794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887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FBA84D52-F9D2-485F-C79E-9B3F687CA012}"/>
              </a:ext>
            </a:extLst>
          </p:cNvPr>
          <p:cNvSpPr txBox="1"/>
          <p:nvPr/>
        </p:nvSpPr>
        <p:spPr>
          <a:xfrm flipH="1">
            <a:off x="1406770" y="1241027"/>
            <a:ext cx="182626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Accuracy</a:t>
            </a:r>
            <a:endParaRPr lang="en-I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9726FE-8D2F-0B2E-D5B2-4704FBA47C5C}"/>
              </a:ext>
            </a:extLst>
          </p:cNvPr>
          <p:cNvSpPr txBox="1"/>
          <p:nvPr/>
        </p:nvSpPr>
        <p:spPr>
          <a:xfrm flipH="1">
            <a:off x="4090669" y="1241027"/>
            <a:ext cx="182626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Precision</a:t>
            </a:r>
            <a:endParaRPr lang="en-I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759DA8-336C-0EAC-2F3D-79ACBCE13CC4}"/>
              </a:ext>
            </a:extLst>
          </p:cNvPr>
          <p:cNvSpPr txBox="1"/>
          <p:nvPr/>
        </p:nvSpPr>
        <p:spPr>
          <a:xfrm flipH="1">
            <a:off x="6854190" y="1223783"/>
            <a:ext cx="182626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Recall</a:t>
            </a:r>
            <a:endParaRPr lang="en-I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68BAF7-CFC5-A242-8392-36CC03483973}"/>
              </a:ext>
            </a:extLst>
          </p:cNvPr>
          <p:cNvSpPr txBox="1"/>
          <p:nvPr/>
        </p:nvSpPr>
        <p:spPr>
          <a:xfrm flipH="1">
            <a:off x="9502140" y="1254937"/>
            <a:ext cx="182626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F1 Score</a:t>
            </a:r>
            <a:endParaRPr lang="en-IE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BC176DE-B400-C5FD-FE53-259575A40FAE}"/>
              </a:ext>
            </a:extLst>
          </p:cNvPr>
          <p:cNvSpPr/>
          <p:nvPr/>
        </p:nvSpPr>
        <p:spPr>
          <a:xfrm>
            <a:off x="6096000" y="0"/>
            <a:ext cx="507016" cy="5181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  <a:endParaRPr lang="en-IE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382C048-5750-FC29-544C-D137E2496009}"/>
              </a:ext>
            </a:extLst>
          </p:cNvPr>
          <p:cNvCxnSpPr/>
          <p:nvPr/>
        </p:nvCxnSpPr>
        <p:spPr>
          <a:xfrm>
            <a:off x="2631440" y="863600"/>
            <a:ext cx="79552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70ADDE6-1B8C-7B5D-3546-9E0FFE8493DD}"/>
              </a:ext>
            </a:extLst>
          </p:cNvPr>
          <p:cNvCxnSpPr/>
          <p:nvPr/>
        </p:nvCxnSpPr>
        <p:spPr>
          <a:xfrm>
            <a:off x="2631440" y="863600"/>
            <a:ext cx="0" cy="391337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802C936-9F3C-64C9-AC20-E5B6A50F743C}"/>
              </a:ext>
            </a:extLst>
          </p:cNvPr>
          <p:cNvCxnSpPr/>
          <p:nvPr/>
        </p:nvCxnSpPr>
        <p:spPr>
          <a:xfrm>
            <a:off x="5262880" y="863600"/>
            <a:ext cx="0" cy="391337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D6D4C2E-B72E-1465-8ACB-ADF9648EA2B6}"/>
              </a:ext>
            </a:extLst>
          </p:cNvPr>
          <p:cNvCxnSpPr/>
          <p:nvPr/>
        </p:nvCxnSpPr>
        <p:spPr>
          <a:xfrm>
            <a:off x="7752080" y="863600"/>
            <a:ext cx="0" cy="391337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B0ADC79-7433-A258-CB20-98E5DE267A8B}"/>
              </a:ext>
            </a:extLst>
          </p:cNvPr>
          <p:cNvCxnSpPr/>
          <p:nvPr/>
        </p:nvCxnSpPr>
        <p:spPr>
          <a:xfrm>
            <a:off x="10586720" y="863600"/>
            <a:ext cx="0" cy="391337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A714A78-2E4B-32CC-AB3F-BF70C8BDDA05}"/>
              </a:ext>
            </a:extLst>
          </p:cNvPr>
          <p:cNvCxnSpPr/>
          <p:nvPr/>
        </p:nvCxnSpPr>
        <p:spPr>
          <a:xfrm>
            <a:off x="6319520" y="518160"/>
            <a:ext cx="0" cy="391337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4E79270-7604-8B27-0EC0-0DD9EEC3881F}"/>
              </a:ext>
            </a:extLst>
          </p:cNvPr>
          <p:cNvCxnSpPr/>
          <p:nvPr/>
        </p:nvCxnSpPr>
        <p:spPr>
          <a:xfrm>
            <a:off x="2625376" y="2015606"/>
            <a:ext cx="79552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ACB9C31-360C-5561-065A-47852F119225}"/>
              </a:ext>
            </a:extLst>
          </p:cNvPr>
          <p:cNvCxnSpPr/>
          <p:nvPr/>
        </p:nvCxnSpPr>
        <p:spPr>
          <a:xfrm>
            <a:off x="2631440" y="1624269"/>
            <a:ext cx="0" cy="391337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D80BACB-953A-961D-776C-F7B36CC04140}"/>
              </a:ext>
            </a:extLst>
          </p:cNvPr>
          <p:cNvCxnSpPr/>
          <p:nvPr/>
        </p:nvCxnSpPr>
        <p:spPr>
          <a:xfrm>
            <a:off x="5222240" y="1624269"/>
            <a:ext cx="0" cy="391337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16B1A97-A3DF-8CA2-8532-550921946C73}"/>
              </a:ext>
            </a:extLst>
          </p:cNvPr>
          <p:cNvCxnSpPr/>
          <p:nvPr/>
        </p:nvCxnSpPr>
        <p:spPr>
          <a:xfrm>
            <a:off x="7874000" y="1593115"/>
            <a:ext cx="0" cy="391337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551A871-634E-82EA-4EEC-9592EE63F44E}"/>
              </a:ext>
            </a:extLst>
          </p:cNvPr>
          <p:cNvCxnSpPr/>
          <p:nvPr/>
        </p:nvCxnSpPr>
        <p:spPr>
          <a:xfrm>
            <a:off x="10590816" y="1624269"/>
            <a:ext cx="0" cy="391337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D9F7BF4-361B-E750-F89B-56715751E745}"/>
              </a:ext>
            </a:extLst>
          </p:cNvPr>
          <p:cNvCxnSpPr/>
          <p:nvPr/>
        </p:nvCxnSpPr>
        <p:spPr>
          <a:xfrm>
            <a:off x="6572536" y="2015606"/>
            <a:ext cx="0" cy="391337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6E7FD25-6D93-538C-46B3-78FB519304E0}"/>
              </a:ext>
            </a:extLst>
          </p:cNvPr>
          <p:cNvSpPr txBox="1"/>
          <p:nvPr/>
        </p:nvSpPr>
        <p:spPr>
          <a:xfrm flipH="1">
            <a:off x="5003799" y="2438097"/>
            <a:ext cx="341376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Comparison of various models</a:t>
            </a:r>
            <a:endParaRPr lang="en-IE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311713-FDDA-8323-4840-FBB4132AAA5C}"/>
              </a:ext>
            </a:extLst>
          </p:cNvPr>
          <p:cNvSpPr txBox="1"/>
          <p:nvPr/>
        </p:nvSpPr>
        <p:spPr>
          <a:xfrm flipH="1">
            <a:off x="5003799" y="3404241"/>
            <a:ext cx="3413761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Comparison of synthetic and conventional dataset</a:t>
            </a:r>
            <a:endParaRPr lang="en-IE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B907C70-8677-2E37-E8BC-ACC66F1AE76B}"/>
              </a:ext>
            </a:extLst>
          </p:cNvPr>
          <p:cNvCxnSpPr>
            <a:cxnSpLocks/>
          </p:cNvCxnSpPr>
          <p:nvPr/>
        </p:nvCxnSpPr>
        <p:spPr>
          <a:xfrm>
            <a:off x="6602032" y="2807429"/>
            <a:ext cx="12128" cy="626651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404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132</Words>
  <Application>Microsoft Office PowerPoint</Application>
  <PresentationFormat>Widescreen</PresentationFormat>
  <Paragraphs>53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Vishnu B R</dc:creator>
  <cp:lastModifiedBy>Dr. Vishnu B R</cp:lastModifiedBy>
  <cp:revision>1</cp:revision>
  <dcterms:created xsi:type="dcterms:W3CDTF">2025-05-28T22:53:56Z</dcterms:created>
  <dcterms:modified xsi:type="dcterms:W3CDTF">2025-05-29T01:44:02Z</dcterms:modified>
</cp:coreProperties>
</file>